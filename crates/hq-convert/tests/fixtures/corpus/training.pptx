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10 minutes. Ask who has lost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Seed Storage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Foundation,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seed is lost</a:t>
            </a:r>
          </a:p>
          <a:p>
            <a:pPr lvl="1"/>
            <a:r>
              <a:t>Moisture</a:t>
            </a:r>
          </a:p>
          <a:p>
            <a:pPr lvl="1"/>
            <a:r>
              <a:t>Pests</a:t>
            </a:r>
          </a:p>
          <a:p>
            <a:pPr/>
            <a:r>
              <a:t>Hermetic storage</a:t>
            </a:r>
          </a:p>
          <a:p>
            <a:pPr/>
            <a:r>
              <a:t>Costs and returns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UGX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Hermetic 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6,000,000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photo</a:t>
            </a:r>
          </a:p>
        </p:txBody>
      </p:sp>
      <p:pic>
        <p:nvPicPr>
          <p:cNvPr id="3" name="Picture 2" descr="_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